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23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4664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836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125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0924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48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409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026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223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5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075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E385-5384-41F8-B328-4962EF60A720}" type="datetimeFigureOut">
              <a:rPr lang="hu-HU" smtClean="0"/>
              <a:t>2026.10.22.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B7653-DAB1-4ABC-9EDD-C5B0B0FC1C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747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55B256-1E3A-4CDC-8C52-16CBA116C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 programozási nyelvek evolúciója és összehasonlítása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EBC1A73-E341-42D2-9756-8FE5722BF1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Czeglédi </a:t>
            </a:r>
            <a:r>
              <a:rPr lang="hu-HU" dirty="0" err="1"/>
              <a:t>Rokkó</a:t>
            </a:r>
            <a:r>
              <a:rPr lang="hu-HU" dirty="0"/>
              <a:t>, </a:t>
            </a:r>
            <a:br>
              <a:rPr lang="hu-HU" dirty="0"/>
            </a:br>
            <a:r>
              <a:rPr lang="hu-HU" dirty="0"/>
              <a:t>	   László Bence, és</a:t>
            </a:r>
            <a:br>
              <a:rPr lang="hu-HU" dirty="0"/>
            </a:br>
            <a:r>
              <a:rPr lang="hu-HU" dirty="0"/>
              <a:t>              	     (Megyeri Richárd) 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87604A53-D7B5-49D5-AC89-CD1C82B9AC40}"/>
              </a:ext>
            </a:extLst>
          </p:cNvPr>
          <p:cNvSpPr txBox="1"/>
          <p:nvPr/>
        </p:nvSpPr>
        <p:spPr>
          <a:xfrm>
            <a:off x="5154917" y="1347272"/>
            <a:ext cx="188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Kelt: 2026. 10.19</a:t>
            </a:r>
          </a:p>
        </p:txBody>
      </p:sp>
    </p:spTree>
    <p:extLst>
      <p:ext uri="{BB962C8B-B14F-4D97-AF65-F5344CB8AC3E}">
        <p14:creationId xmlns:p14="http://schemas.microsoft.com/office/powerpoint/2010/main" val="284714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9B1AFBD7-D9E7-4A7A-9D84-F54D313D9F88}"/>
              </a:ext>
            </a:extLst>
          </p:cNvPr>
          <p:cNvSpPr txBox="1"/>
          <p:nvPr/>
        </p:nvSpPr>
        <p:spPr>
          <a:xfrm>
            <a:off x="1724487" y="2636669"/>
            <a:ext cx="87430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A szoftverfejlesztésnek a múltja jelenje és jövője rengetek nyelven múlott és múlik jelenleg is. Ezekből a nyelvekből 3-at szedtünk össze. Az egyik nyelv a pascal a másik c# és a harmadik a </a:t>
            </a:r>
            <a:r>
              <a:rPr lang="hu-HU" sz="2800" dirty="0" err="1">
                <a:solidFill>
                  <a:schemeClr val="bg1"/>
                </a:solidFill>
              </a:rPr>
              <a:t>rust</a:t>
            </a:r>
            <a:r>
              <a:rPr lang="hu-HU"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313D50E-364D-4273-A5BC-C2B4EA9ADC40}"/>
              </a:ext>
            </a:extLst>
          </p:cNvPr>
          <p:cNvSpPr txBox="1"/>
          <p:nvPr/>
        </p:nvSpPr>
        <p:spPr>
          <a:xfrm>
            <a:off x="4524652" y="1127464"/>
            <a:ext cx="3142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>
                <a:solidFill>
                  <a:schemeClr val="bg1"/>
                </a:solidFill>
              </a:rPr>
              <a:t>Bevezetés</a:t>
            </a:r>
          </a:p>
        </p:txBody>
      </p:sp>
    </p:spTree>
    <p:extLst>
      <p:ext uri="{BB962C8B-B14F-4D97-AF65-F5344CB8AC3E}">
        <p14:creationId xmlns:p14="http://schemas.microsoft.com/office/powerpoint/2010/main" val="854666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1CDFCF-CEFC-4ED2-913C-953F3DF7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3 kiválasztott nyelv közül ez a legidősebb nyelv 1970-ben lett kifejlesztve </a:t>
            </a:r>
            <a:r>
              <a:rPr lang="hu-HU" sz="2400" dirty="0" err="1"/>
              <a:t>Niklaus</a:t>
            </a:r>
            <a:r>
              <a:rPr lang="hu-HU" sz="2400" dirty="0"/>
              <a:t> Wirth által.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338DE7C-4A4F-4D5E-A1CF-F92EBB1FAEDB}"/>
              </a:ext>
            </a:extLst>
          </p:cNvPr>
          <p:cNvSpPr txBox="1"/>
          <p:nvPr/>
        </p:nvSpPr>
        <p:spPr>
          <a:xfrm>
            <a:off x="1997475" y="1677880"/>
            <a:ext cx="1376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</a:rPr>
              <a:t>Pascal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CFEE7B7-E870-41AB-B439-321C857B2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541" y="312231"/>
            <a:ext cx="4853908" cy="27312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EE8719A-5526-46A7-B792-317AEDF7C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541" y="3501579"/>
            <a:ext cx="4853908" cy="27399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3108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7E0938-14F8-4B7D-9BE1-1B1EC0B41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042" y="3202900"/>
            <a:ext cx="8679915" cy="1748729"/>
          </a:xfrm>
        </p:spPr>
        <p:txBody>
          <a:bodyPr>
            <a:normAutofit fontScale="90000"/>
          </a:bodyPr>
          <a:lstStyle/>
          <a:p>
            <a:r>
              <a:rPr lang="hu-HU" sz="4000" dirty="0"/>
              <a:t>Akkortájt a programozási nyelvek mint pl. </a:t>
            </a:r>
            <a:r>
              <a:rPr lang="hu-HU" sz="4000" dirty="0" err="1"/>
              <a:t>Fortran</a:t>
            </a:r>
            <a:r>
              <a:rPr lang="hu-HU" sz="4000" dirty="0"/>
              <a:t> szekvenciális kódok voltak nehezen lehetett őket</a:t>
            </a:r>
            <a:br>
              <a:rPr lang="hu-HU" sz="4000" dirty="0"/>
            </a:br>
            <a:r>
              <a:rPr lang="hu-HU" sz="4000" dirty="0"/>
              <a:t>érteni és strukturálni.</a:t>
            </a:r>
            <a:br>
              <a:rPr lang="hu-HU" sz="4000" dirty="0"/>
            </a:br>
            <a:r>
              <a:rPr lang="hu-HU" sz="4000" dirty="0" err="1"/>
              <a:t>Niklaus</a:t>
            </a:r>
            <a:r>
              <a:rPr lang="hu-HU" sz="4000" dirty="0"/>
              <a:t> egy </a:t>
            </a:r>
            <a:r>
              <a:rPr lang="hu-HU" sz="4000" dirty="0" err="1"/>
              <a:t>struktúrált</a:t>
            </a:r>
            <a:r>
              <a:rPr lang="hu-HU" sz="4000" dirty="0"/>
              <a:t> könnyen érthető nyelvet akart létrehozni amit egyetemi oktatásra szánt, de a kereskedelemben is használták.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BA49E54-39DF-4397-865F-F942384A9740}"/>
              </a:ext>
            </a:extLst>
          </p:cNvPr>
          <p:cNvSpPr txBox="1"/>
          <p:nvPr/>
        </p:nvSpPr>
        <p:spPr>
          <a:xfrm>
            <a:off x="4282982" y="1198486"/>
            <a:ext cx="4852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>
                <a:solidFill>
                  <a:schemeClr val="bg1"/>
                </a:solidFill>
              </a:rPr>
              <a:t>Miért jött létre?</a:t>
            </a:r>
          </a:p>
        </p:txBody>
      </p:sp>
    </p:spTree>
    <p:extLst>
      <p:ext uri="{BB962C8B-B14F-4D97-AF65-F5344CB8AC3E}">
        <p14:creationId xmlns:p14="http://schemas.microsoft.com/office/powerpoint/2010/main" val="424798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C3963A-BC53-4611-A8E4-ACAEAD6D1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3629" y="1225118"/>
            <a:ext cx="5612919" cy="681538"/>
          </a:xfrm>
        </p:spPr>
        <p:txBody>
          <a:bodyPr>
            <a:normAutofit fontScale="90000"/>
          </a:bodyPr>
          <a:lstStyle/>
          <a:p>
            <a:r>
              <a:rPr lang="hu-HU" dirty="0"/>
              <a:t>Technikai jellemzői: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E306553-2A0B-47CC-B145-7E389265E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648" y="2024107"/>
            <a:ext cx="6158703" cy="32492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917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31C341-B7DE-4D03-A54A-2311140D9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4391" y="1198485"/>
            <a:ext cx="3083217" cy="639180"/>
          </a:xfrm>
        </p:spPr>
        <p:txBody>
          <a:bodyPr>
            <a:normAutofit fontScale="90000"/>
          </a:bodyPr>
          <a:lstStyle/>
          <a:p>
            <a:r>
              <a:rPr lang="hu-HU" sz="4400" dirty="0"/>
              <a:t>Paradigma: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1676796-99A6-47AD-86CF-02491982C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0888" y="1988597"/>
            <a:ext cx="5490223" cy="2957925"/>
          </a:xfrm>
        </p:spPr>
        <p:txBody>
          <a:bodyPr>
            <a:normAutofit fontScale="92500" lnSpcReduction="10000"/>
          </a:bodyPr>
          <a:lstStyle/>
          <a:p>
            <a:br>
              <a:rPr lang="hu-HU" sz="3600" dirty="0"/>
            </a:br>
            <a:r>
              <a:rPr lang="hu-HU" sz="3600" dirty="0"/>
              <a:t>A pascal egy procedurális </a:t>
            </a:r>
            <a:r>
              <a:rPr lang="hu-HU" sz="3600" dirty="0" err="1"/>
              <a:t>struktúrált</a:t>
            </a:r>
            <a:r>
              <a:rPr lang="hu-HU" sz="3600" dirty="0"/>
              <a:t> aminek későbbi változatai támogatták az OPP megközelítést.</a:t>
            </a:r>
          </a:p>
        </p:txBody>
      </p:sp>
    </p:spTree>
    <p:extLst>
      <p:ext uri="{BB962C8B-B14F-4D97-AF65-F5344CB8AC3E}">
        <p14:creationId xmlns:p14="http://schemas.microsoft.com/office/powerpoint/2010/main" val="231641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A7C058-A0DA-4F73-8855-D349BC04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046" y="1189606"/>
            <a:ext cx="2887908" cy="674691"/>
          </a:xfrm>
        </p:spPr>
        <p:txBody>
          <a:bodyPr>
            <a:normAutofit fontScale="90000"/>
          </a:bodyPr>
          <a:lstStyle/>
          <a:p>
            <a:r>
              <a:rPr lang="hu-HU" dirty="0"/>
              <a:t>Típusosság: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7BD7E6D-DED4-4992-B62E-A1A8B5618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4215" y="2086252"/>
            <a:ext cx="5490223" cy="3144369"/>
          </a:xfrm>
        </p:spPr>
        <p:txBody>
          <a:bodyPr>
            <a:normAutofit/>
          </a:bodyPr>
          <a:lstStyle/>
          <a:p>
            <a:r>
              <a:rPr lang="hu-HU" sz="3200" dirty="0"/>
              <a:t>Statikus a változóknak a típusát időben megkell adni. Emellett erős nincs típuskonverzió a nem kompatibilis típusok között.</a:t>
            </a:r>
          </a:p>
          <a:p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32609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B8E33B-E4FA-4D11-ADED-5A63B7D5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580" y="1251751"/>
            <a:ext cx="3908840" cy="656934"/>
          </a:xfrm>
        </p:spPr>
        <p:txBody>
          <a:bodyPr>
            <a:normAutofit fontScale="90000"/>
          </a:bodyPr>
          <a:lstStyle/>
          <a:p>
            <a:r>
              <a:rPr lang="hu-HU" dirty="0"/>
              <a:t>Memóriakezelés: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5043A2C-8073-48E0-84BA-BB65C3C2A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8744" y="2032986"/>
            <a:ext cx="5490223" cy="3511119"/>
          </a:xfrm>
        </p:spPr>
        <p:txBody>
          <a:bodyPr>
            <a:normAutofit lnSpcReduction="10000"/>
          </a:bodyPr>
          <a:lstStyle/>
          <a:p>
            <a:r>
              <a:rPr lang="hu-HU" sz="2400" dirty="0"/>
              <a:t>A pascalban kétféleképpen</a:t>
            </a:r>
            <a:r>
              <a:rPr lang="hu-HU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statikusan illetve dinamikusan lehet kezelni a memóriát a mutatókkal amik az adott változónak a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memóricímét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 tartalmazzák. A pascal régebbi változataiban nincs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Garbage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hu-HU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Collection</a:t>
            </a:r>
            <a:r>
              <a:rPr lang="hu-HU" sz="2400" dirty="0">
                <a:solidFill>
                  <a:schemeClr val="bg1"/>
                </a:solidFill>
                <a:latin typeface="Arial" panose="020B0604020202020204" pitchFamily="34" charset="0"/>
              </a:rPr>
              <a:t> amire ha nem figyelünk memóriaszivárgás lehet a vége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45497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047DA5-F210-4778-9EE5-825DFCF6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133" y="1102449"/>
            <a:ext cx="3553734" cy="752971"/>
          </a:xfrm>
        </p:spPr>
        <p:txBody>
          <a:bodyPr>
            <a:normAutofit fontScale="90000"/>
          </a:bodyPr>
          <a:lstStyle/>
          <a:p>
            <a:r>
              <a:rPr lang="hu-HU" dirty="0"/>
              <a:t>Program példa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CC57B0F-3577-4A4E-89A9-52DEBB33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973" y="2496142"/>
            <a:ext cx="5460054" cy="186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12420"/>
      </p:ext>
    </p:extLst>
  </p:cSld>
  <p:clrMapOvr>
    <a:masterClrMapping/>
  </p:clrMapOvr>
</p:sld>
</file>

<file path=ppt/theme/theme1.xml><?xml version="1.0" encoding="utf-8"?>
<a:theme xmlns:a="http://schemas.openxmlformats.org/drawingml/2006/main" name="Atlasz">
  <a:themeElements>
    <a:clrScheme name="Atlasz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z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z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TM16401371[[fn=Atlasz]]</Template>
  <TotalTime>102</TotalTime>
  <Words>208</Words>
  <Application>Microsoft Office PowerPoint</Application>
  <PresentationFormat>Szélesvásznú</PresentationFormat>
  <Paragraphs>17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 Light</vt:lpstr>
      <vt:lpstr>Rockwell</vt:lpstr>
      <vt:lpstr>Wingdings</vt:lpstr>
      <vt:lpstr>Atlasz</vt:lpstr>
      <vt:lpstr>A programozási nyelvek evolúciója és összehasonlítása </vt:lpstr>
      <vt:lpstr>PowerPoint-bemutató</vt:lpstr>
      <vt:lpstr>A 3 kiválasztott nyelv közül ez a legidősebb nyelv 1970-ben lett kifejlesztve Niklaus Wirth által.</vt:lpstr>
      <vt:lpstr>Akkortájt a programozási nyelvek mint pl. Fortran szekvenciális kódok voltak nehezen lehetett őket érteni és strukturálni. Niklaus egy struktúrált könnyen érthető nyelvet akart létrehozni amit egyetemi oktatásra szánt, de a kereskedelemben is használták.</vt:lpstr>
      <vt:lpstr>Technikai jellemzői:</vt:lpstr>
      <vt:lpstr>Paradigma:</vt:lpstr>
      <vt:lpstr>Típusosság:</vt:lpstr>
      <vt:lpstr>Memóriakezelés:</vt:lpstr>
      <vt:lpstr>Program példa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programozási nyelvek evolúciója és összehasonlítása </dc:title>
  <dc:creator>László Bence József</dc:creator>
  <cp:lastModifiedBy>László Bence József</cp:lastModifiedBy>
  <cp:revision>13</cp:revision>
  <dcterms:created xsi:type="dcterms:W3CDTF">2026-10-19T11:59:21Z</dcterms:created>
  <dcterms:modified xsi:type="dcterms:W3CDTF">2026-10-22T09:31:13Z</dcterms:modified>
</cp:coreProperties>
</file>