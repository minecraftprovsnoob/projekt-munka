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235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4664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364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125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092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48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409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0261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223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5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0751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747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55B256-1E3A-4CDC-8C52-16CBA116C8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programozási nyelvek evolúciója és összehasonlítása 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EBC1A73-E341-42D2-9756-8FE5722BF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Czeglédi </a:t>
            </a:r>
            <a:r>
              <a:rPr lang="hu-HU" dirty="0" err="1"/>
              <a:t>Rokkó</a:t>
            </a:r>
            <a:br>
              <a:rPr lang="hu-HU" dirty="0"/>
            </a:br>
            <a:r>
              <a:rPr lang="hu-HU" dirty="0"/>
              <a:t>	         (Megyeri Richárd) és</a:t>
            </a:r>
            <a:br>
              <a:rPr lang="hu-HU" dirty="0"/>
            </a:br>
            <a:r>
              <a:rPr lang="hu-HU" dirty="0"/>
              <a:t>             László Bence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7604A53-D7B5-49D5-AC89-CD1C82B9AC40}"/>
              </a:ext>
            </a:extLst>
          </p:cNvPr>
          <p:cNvSpPr txBox="1"/>
          <p:nvPr/>
        </p:nvSpPr>
        <p:spPr>
          <a:xfrm>
            <a:off x="5154917" y="1347272"/>
            <a:ext cx="1882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Kelt: 2026. 10.19</a:t>
            </a:r>
          </a:p>
        </p:txBody>
      </p:sp>
    </p:spTree>
    <p:extLst>
      <p:ext uri="{BB962C8B-B14F-4D97-AF65-F5344CB8AC3E}">
        <p14:creationId xmlns:p14="http://schemas.microsoft.com/office/powerpoint/2010/main" val="284714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9B1AFBD7-D9E7-4A7A-9D84-F54D313D9F88}"/>
              </a:ext>
            </a:extLst>
          </p:cNvPr>
          <p:cNvSpPr txBox="1"/>
          <p:nvPr/>
        </p:nvSpPr>
        <p:spPr>
          <a:xfrm>
            <a:off x="1724487" y="2636669"/>
            <a:ext cx="87430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A szoftverfejlesztésnek a múltja jelenje és jövője rengetek nyelven múlott és múlik jelenleg is. Ezekből a nyelvekből 3-at szedtünk össze. Az egyik nyelv a pascal a másik c# és a harmadik a </a:t>
            </a:r>
            <a:r>
              <a:rPr lang="hu-HU" sz="2800" dirty="0" err="1">
                <a:solidFill>
                  <a:schemeClr val="bg1"/>
                </a:solidFill>
              </a:rPr>
              <a:t>rust</a:t>
            </a:r>
            <a:r>
              <a:rPr lang="hu-HU" sz="2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313D50E-364D-4273-A5BC-C2B4EA9ADC40}"/>
              </a:ext>
            </a:extLst>
          </p:cNvPr>
          <p:cNvSpPr txBox="1"/>
          <p:nvPr/>
        </p:nvSpPr>
        <p:spPr>
          <a:xfrm>
            <a:off x="4524652" y="1127464"/>
            <a:ext cx="3142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800" dirty="0">
                <a:solidFill>
                  <a:schemeClr val="bg1"/>
                </a:solidFill>
              </a:rPr>
              <a:t>Bevezetés</a:t>
            </a:r>
          </a:p>
        </p:txBody>
      </p:sp>
    </p:spTree>
    <p:extLst>
      <p:ext uri="{BB962C8B-B14F-4D97-AF65-F5344CB8AC3E}">
        <p14:creationId xmlns:p14="http://schemas.microsoft.com/office/powerpoint/2010/main" val="854666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1CDFCF-CEFC-4ED2-913C-953F3DF7C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3 kiválasztott nyelv közül ez a legidősebb nyelv 1970-ben lett kifejlesztve </a:t>
            </a:r>
            <a:r>
              <a:rPr lang="hu-HU" sz="2400" dirty="0" err="1"/>
              <a:t>Niklaus</a:t>
            </a:r>
            <a:r>
              <a:rPr lang="hu-HU" sz="2400" dirty="0"/>
              <a:t> Wirth által.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338DE7C-4A4F-4D5E-A1CF-F92EBB1FAEDB}"/>
              </a:ext>
            </a:extLst>
          </p:cNvPr>
          <p:cNvSpPr txBox="1"/>
          <p:nvPr/>
        </p:nvSpPr>
        <p:spPr>
          <a:xfrm>
            <a:off x="1997475" y="1677880"/>
            <a:ext cx="137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Pascal</a:t>
            </a:r>
          </a:p>
        </p:txBody>
      </p:sp>
    </p:spTree>
    <p:extLst>
      <p:ext uri="{BB962C8B-B14F-4D97-AF65-F5344CB8AC3E}">
        <p14:creationId xmlns:p14="http://schemas.microsoft.com/office/powerpoint/2010/main" val="2263108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7E0938-14F8-4B7D-9BE1-1B1EC0B416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4000" dirty="0"/>
              <a:t>A pascalt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CBA49E54-39DF-4397-865F-F942384A9740}"/>
              </a:ext>
            </a:extLst>
          </p:cNvPr>
          <p:cNvSpPr txBox="1"/>
          <p:nvPr/>
        </p:nvSpPr>
        <p:spPr>
          <a:xfrm>
            <a:off x="5224015" y="1189608"/>
            <a:ext cx="16916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</a:rPr>
              <a:t>Pascal</a:t>
            </a:r>
          </a:p>
        </p:txBody>
      </p:sp>
    </p:spTree>
    <p:extLst>
      <p:ext uri="{BB962C8B-B14F-4D97-AF65-F5344CB8AC3E}">
        <p14:creationId xmlns:p14="http://schemas.microsoft.com/office/powerpoint/2010/main" val="4247985688"/>
      </p:ext>
    </p:extLst>
  </p:cSld>
  <p:clrMapOvr>
    <a:masterClrMapping/>
  </p:clrMapOvr>
</p:sld>
</file>

<file path=ppt/theme/theme1.xml><?xml version="1.0" encoding="utf-8"?>
<a:theme xmlns:a="http://schemas.openxmlformats.org/drawingml/2006/main" name="Atlasz">
  <a:themeElements>
    <a:clrScheme name="Atlasz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z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z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58</TotalTime>
  <Words>85</Words>
  <Application>Microsoft Office PowerPoint</Application>
  <PresentationFormat>Szélesvásznú</PresentationFormat>
  <Paragraphs>9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Calibri Light</vt:lpstr>
      <vt:lpstr>Rockwell</vt:lpstr>
      <vt:lpstr>Wingdings</vt:lpstr>
      <vt:lpstr>Atlasz</vt:lpstr>
      <vt:lpstr>A programozási nyelvek evolúciója és összehasonlítása </vt:lpstr>
      <vt:lpstr>PowerPoint-bemutató</vt:lpstr>
      <vt:lpstr>A 3 kiválasztott nyelv közül ez a legidősebb nyelv 1970-ben lett kifejlesztve Niklaus Wirth által.</vt:lpstr>
      <vt:lpstr>A pascalt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programozási nyelvek evolúciója és összehasonlítása </dc:title>
  <dc:creator>László Bence József</dc:creator>
  <cp:lastModifiedBy>László Bence József</cp:lastModifiedBy>
  <cp:revision>7</cp:revision>
  <dcterms:created xsi:type="dcterms:W3CDTF">2026-10-19T11:59:21Z</dcterms:created>
  <dcterms:modified xsi:type="dcterms:W3CDTF">2026-10-19T12:57:28Z</dcterms:modified>
</cp:coreProperties>
</file>